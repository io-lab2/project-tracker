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Fira Sans Bold" charset="1" panose="020B0803050000020004"/>
      <p:regular r:id="rId18"/>
    </p:embeddedFont>
    <p:embeddedFont>
      <p:font typeface="Fira Sans" charset="1" panose="020B0503050000020004"/>
      <p:regular r:id="rId19"/>
    </p:embeddedFont>
    <p:embeddedFont>
      <p:font typeface="Fira Sans Medium" charset="1" panose="020B0603050000020004"/>
      <p:regular r:id="rId20"/>
    </p:embeddedFont>
    <p:embeddedFont>
      <p:font typeface="Fira Sans Light" charset="1" panose="020B040305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epickaporownywarkabazwiedzyuczelni.rocks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VAGcUeB_B6s.mp4" Type="http://schemas.openxmlformats.org/officeDocument/2006/relationships/video"/><Relationship Id="rId4" Target="../media/VAGcUeB_B6s.mp4" Type="http://schemas.microsoft.com/office/2007/relationships/media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VAGcUUmY7wU.mp4" Type="http://schemas.openxmlformats.org/officeDocument/2006/relationships/video"/><Relationship Id="rId4" Target="../media/VAGcUUmY7wU.mp4" Type="http://schemas.microsoft.com/office/2007/relationships/media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3323" y="1028700"/>
            <a:ext cx="14427477" cy="8507160"/>
            <a:chOff x="0" y="0"/>
            <a:chExt cx="19236636" cy="113428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583123"/>
              <a:ext cx="19236636" cy="8575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926"/>
                </a:lnSpc>
              </a:pPr>
              <a:r>
                <a:rPr lang="en-US" sz="14105" b="true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Instrukcja obsługi dla użytkownika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0207256"/>
              <a:ext cx="19236636" cy="1135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2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28902" y="2317173"/>
            <a:ext cx="7321033" cy="6340049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22944" y="7035126"/>
            <a:ext cx="4970154" cy="4304177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336342" y="5954842"/>
            <a:ext cx="2271679" cy="1967285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37770" y="373605"/>
            <a:ext cx="3799619" cy="3290488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32036" y="385762"/>
            <a:ext cx="1548678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sz="8499" spc="-84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Link do strony:</a:t>
            </a:r>
          </a:p>
        </p:txBody>
      </p:sp>
      <p:grpSp>
        <p:nvGrpSpPr>
          <p:cNvPr name="Group 3" id="3"/>
          <p:cNvGrpSpPr/>
          <p:nvPr/>
        </p:nvGrpSpPr>
        <p:grpSpPr>
          <a:xfrm rot="-4948566">
            <a:off x="-642376" y="-857102"/>
            <a:ext cx="4985461" cy="4317433"/>
            <a:chOff x="0" y="0"/>
            <a:chExt cx="3619627" cy="3134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5" id="5"/>
          <p:cNvGrpSpPr/>
          <p:nvPr/>
        </p:nvGrpSpPr>
        <p:grpSpPr>
          <a:xfrm rot="-3795661">
            <a:off x="-2410993" y="2432258"/>
            <a:ext cx="3480308" cy="3013963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653949">
            <a:off x="15793806" y="7927856"/>
            <a:ext cx="1798578" cy="1557577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9" id="9"/>
          <p:cNvGrpSpPr/>
          <p:nvPr/>
        </p:nvGrpSpPr>
        <p:grpSpPr>
          <a:xfrm rot="-3795661">
            <a:off x="-1347559" y="-161237"/>
            <a:ext cx="3378391" cy="2925703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526459" y="4887336"/>
            <a:ext cx="13235081" cy="134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3"/>
              </a:lnSpc>
            </a:pPr>
            <a:r>
              <a:rPr lang="en-US" b="true" sz="8761" u="sng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  <a:hlinkClick r:id="rId2" tooltip="https://epickaporownywarkabazwiedzyuczelni.rocks"/>
              </a:rPr>
              <a:t>Akademicka Baza Wiedzy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4842" y="6494262"/>
            <a:ext cx="6383425" cy="5528076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1665" y="7004492"/>
            <a:ext cx="3034530" cy="262791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53492" y="8956750"/>
            <a:ext cx="2141618" cy="1854652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-744839" y="4454005"/>
            <a:ext cx="19777677" cy="136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4"/>
              </a:lnSpc>
            </a:pPr>
            <a:r>
              <a:rPr lang="en-US" b="true" sz="8945">
                <a:solidFill>
                  <a:srgbClr val="A4E473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Sposób poruszania się po stronie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63094" y="6077994"/>
            <a:ext cx="6383425" cy="5528076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1665" y="7004492"/>
            <a:ext cx="3034530" cy="262791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53492" y="8956750"/>
            <a:ext cx="2141618" cy="1854652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952200" y="2851466"/>
            <a:ext cx="12383599" cy="5990566"/>
          </a:xfrm>
          <a:custGeom>
            <a:avLst/>
            <a:gdLst/>
            <a:ahLst/>
            <a:cxnLst/>
            <a:rect r="r" b="b" t="t" l="l"/>
            <a:pathLst>
              <a:path h="5990566" w="12383599">
                <a:moveTo>
                  <a:pt x="0" y="0"/>
                </a:moveTo>
                <a:lnTo>
                  <a:pt x="12383600" y="0"/>
                </a:lnTo>
                <a:lnTo>
                  <a:pt x="12383600" y="5990566"/>
                </a:lnTo>
                <a:lnTo>
                  <a:pt x="0" y="5990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9230" y="895684"/>
            <a:ext cx="17349541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1"/>
              </a:lnSpc>
              <a:spcBef>
                <a:spcPct val="0"/>
              </a:spcBef>
            </a:pPr>
            <a:r>
              <a:rPr lang="en-US" sz="4201" spc="-42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W tym miejscu wybieramy uczelnię. Możemy też pominąć ten proces, używając przycisku “Pomiń” i przejść od razu do wyszukiwarki.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63094" y="6077994"/>
            <a:ext cx="6383425" cy="5528076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1665" y="7004492"/>
            <a:ext cx="3034530" cy="262791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53492" y="8956750"/>
            <a:ext cx="2141618" cy="1854652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952200" y="2851466"/>
            <a:ext cx="12383599" cy="5990566"/>
          </a:xfrm>
          <a:custGeom>
            <a:avLst/>
            <a:gdLst/>
            <a:ahLst/>
            <a:cxnLst/>
            <a:rect r="r" b="b" t="t" l="l"/>
            <a:pathLst>
              <a:path h="5990566" w="12383599">
                <a:moveTo>
                  <a:pt x="0" y="0"/>
                </a:moveTo>
                <a:lnTo>
                  <a:pt x="12383600" y="0"/>
                </a:lnTo>
                <a:lnTo>
                  <a:pt x="12383600" y="5990566"/>
                </a:lnTo>
                <a:lnTo>
                  <a:pt x="0" y="5990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9230" y="895684"/>
            <a:ext cx="17349541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1"/>
              </a:lnSpc>
              <a:spcBef>
                <a:spcPct val="0"/>
              </a:spcBef>
            </a:pPr>
            <a:r>
              <a:rPr lang="en-US" sz="4201" spc="-42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Po wyborze uczelni wybieramy organizację. Możemy też pominąć ten proces, używając przycisku “Pomiń” i przejść od razu do wyszukiwarki.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968159" y="2851466"/>
            <a:ext cx="12351683" cy="5990566"/>
          </a:xfrm>
          <a:custGeom>
            <a:avLst/>
            <a:gdLst/>
            <a:ahLst/>
            <a:cxnLst/>
            <a:rect r="r" b="b" t="t" l="l"/>
            <a:pathLst>
              <a:path h="5990566" w="12351683">
                <a:moveTo>
                  <a:pt x="0" y="0"/>
                </a:moveTo>
                <a:lnTo>
                  <a:pt x="12351682" y="0"/>
                </a:lnTo>
                <a:lnTo>
                  <a:pt x="12351682" y="5990566"/>
                </a:lnTo>
                <a:lnTo>
                  <a:pt x="0" y="5990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63094" y="6077994"/>
            <a:ext cx="6383425" cy="5528076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1665" y="7004492"/>
            <a:ext cx="3034530" cy="262791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53492" y="8956750"/>
            <a:ext cx="2141618" cy="1854652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952200" y="2851466"/>
            <a:ext cx="12383599" cy="5990566"/>
          </a:xfrm>
          <a:custGeom>
            <a:avLst/>
            <a:gdLst/>
            <a:ahLst/>
            <a:cxnLst/>
            <a:rect r="r" b="b" t="t" l="l"/>
            <a:pathLst>
              <a:path h="5990566" w="12383599">
                <a:moveTo>
                  <a:pt x="0" y="0"/>
                </a:moveTo>
                <a:lnTo>
                  <a:pt x="12383600" y="0"/>
                </a:lnTo>
                <a:lnTo>
                  <a:pt x="12383600" y="5990566"/>
                </a:lnTo>
                <a:lnTo>
                  <a:pt x="0" y="5990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1409" y="690966"/>
            <a:ext cx="17665182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  <a:spcBef>
                <a:spcPct val="0"/>
              </a:spcBef>
            </a:pPr>
            <a:r>
              <a:rPr lang="en-US" sz="3601" spc="-3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Oto nasza wyszukiwarka. Po lewej można wybierać filtry (jednocześnie nie zaznaczymy uczelni, Katedry, Wydziału i Instytutu, wszystko inne można łączyć). Po wejściu w zakładkę “Naukowiec” możemy wyszukać konkretną osobę po imieniu i nazwisku.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968159" y="2851466"/>
            <a:ext cx="12351683" cy="5990566"/>
          </a:xfrm>
          <a:custGeom>
            <a:avLst/>
            <a:gdLst/>
            <a:ahLst/>
            <a:cxnLst/>
            <a:rect r="r" b="b" t="t" l="l"/>
            <a:pathLst>
              <a:path h="5990566" w="12351683">
                <a:moveTo>
                  <a:pt x="0" y="0"/>
                </a:moveTo>
                <a:lnTo>
                  <a:pt x="12351682" y="0"/>
                </a:lnTo>
                <a:lnTo>
                  <a:pt x="12351682" y="5990566"/>
                </a:lnTo>
                <a:lnTo>
                  <a:pt x="0" y="5990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936242" y="2851466"/>
            <a:ext cx="12383599" cy="5990566"/>
          </a:xfrm>
          <a:custGeom>
            <a:avLst/>
            <a:gdLst/>
            <a:ahLst/>
            <a:cxnLst/>
            <a:rect r="r" b="b" t="t" l="l"/>
            <a:pathLst>
              <a:path h="5990566" w="12383599">
                <a:moveTo>
                  <a:pt x="0" y="0"/>
                </a:moveTo>
                <a:lnTo>
                  <a:pt x="12383599" y="0"/>
                </a:lnTo>
                <a:lnTo>
                  <a:pt x="12383599" y="5990566"/>
                </a:lnTo>
                <a:lnTo>
                  <a:pt x="0" y="59905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63094" y="6077994"/>
            <a:ext cx="6383425" cy="5528076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1665" y="7004492"/>
            <a:ext cx="3034530" cy="262791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53492" y="8956750"/>
            <a:ext cx="2141618" cy="1854652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952200" y="2851466"/>
            <a:ext cx="12383599" cy="5990566"/>
          </a:xfrm>
          <a:custGeom>
            <a:avLst/>
            <a:gdLst/>
            <a:ahLst/>
            <a:cxnLst/>
            <a:rect r="r" b="b" t="t" l="l"/>
            <a:pathLst>
              <a:path h="5990566" w="12383599">
                <a:moveTo>
                  <a:pt x="0" y="0"/>
                </a:moveTo>
                <a:lnTo>
                  <a:pt x="12383600" y="0"/>
                </a:lnTo>
                <a:lnTo>
                  <a:pt x="12383600" y="5990566"/>
                </a:lnTo>
                <a:lnTo>
                  <a:pt x="0" y="5990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1409" y="447062"/>
            <a:ext cx="17665182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  <a:spcBef>
                <a:spcPct val="0"/>
              </a:spcBef>
            </a:pPr>
            <a:r>
              <a:rPr lang="en-US" sz="3601" spc="-3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W wyszukiwarce zaznaczono kilku naukowców, wybierając przycisk po prawej obok imienia i nazwiska. W ten sposób dodajemy ich do porównywarki. Po kilknięciu w wyszukiwarce “Porównaj”, przechodzimy do takiej strony i możemy zobaczyć zestawienie naukowców: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968159" y="2851466"/>
            <a:ext cx="12351683" cy="5990566"/>
          </a:xfrm>
          <a:custGeom>
            <a:avLst/>
            <a:gdLst/>
            <a:ahLst/>
            <a:cxnLst/>
            <a:rect r="r" b="b" t="t" l="l"/>
            <a:pathLst>
              <a:path h="5990566" w="12351683">
                <a:moveTo>
                  <a:pt x="0" y="0"/>
                </a:moveTo>
                <a:lnTo>
                  <a:pt x="12351682" y="0"/>
                </a:lnTo>
                <a:lnTo>
                  <a:pt x="12351682" y="5990566"/>
                </a:lnTo>
                <a:lnTo>
                  <a:pt x="0" y="5990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936242" y="2851466"/>
            <a:ext cx="12383599" cy="5990566"/>
          </a:xfrm>
          <a:custGeom>
            <a:avLst/>
            <a:gdLst/>
            <a:ahLst/>
            <a:cxnLst/>
            <a:rect r="r" b="b" t="t" l="l"/>
            <a:pathLst>
              <a:path h="5990566" w="12383599">
                <a:moveTo>
                  <a:pt x="0" y="0"/>
                </a:moveTo>
                <a:lnTo>
                  <a:pt x="12383599" y="0"/>
                </a:lnTo>
                <a:lnTo>
                  <a:pt x="12383599" y="5990566"/>
                </a:lnTo>
                <a:lnTo>
                  <a:pt x="0" y="59905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952200" y="2918806"/>
            <a:ext cx="12383599" cy="5923226"/>
          </a:xfrm>
          <a:custGeom>
            <a:avLst/>
            <a:gdLst/>
            <a:ahLst/>
            <a:cxnLst/>
            <a:rect r="r" b="b" t="t" l="l"/>
            <a:pathLst>
              <a:path h="5923226" w="12383599">
                <a:moveTo>
                  <a:pt x="0" y="0"/>
                </a:moveTo>
                <a:lnTo>
                  <a:pt x="12383600" y="0"/>
                </a:lnTo>
                <a:lnTo>
                  <a:pt x="12383600" y="5923226"/>
                </a:lnTo>
                <a:lnTo>
                  <a:pt x="0" y="59232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76" r="0" b="-176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63094" y="6077994"/>
            <a:ext cx="6383425" cy="5528076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1665" y="7004492"/>
            <a:ext cx="3034530" cy="262791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53492" y="8956750"/>
            <a:ext cx="2141618" cy="1854652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952200" y="2851466"/>
            <a:ext cx="12383599" cy="5990566"/>
          </a:xfrm>
          <a:custGeom>
            <a:avLst/>
            <a:gdLst/>
            <a:ahLst/>
            <a:cxnLst/>
            <a:rect r="r" b="b" t="t" l="l"/>
            <a:pathLst>
              <a:path h="5990566" w="12383599">
                <a:moveTo>
                  <a:pt x="0" y="0"/>
                </a:moveTo>
                <a:lnTo>
                  <a:pt x="12383600" y="0"/>
                </a:lnTo>
                <a:lnTo>
                  <a:pt x="12383600" y="5990566"/>
                </a:lnTo>
                <a:lnTo>
                  <a:pt x="0" y="5990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1409" y="561840"/>
            <a:ext cx="17665182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1"/>
              </a:lnSpc>
              <a:spcBef>
                <a:spcPct val="0"/>
              </a:spcBef>
            </a:pPr>
            <a:r>
              <a:rPr lang="en-US" sz="3601" spc="-36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W każdy profil naukowca można wejść, klikając imię i nazwisko (czy to w wyszukiwarce, czy w porównywarce). Widzimy tu najważniejsze informacje, możemy przeglądać punkty ministerialne rozłożone na lata oraz publikacje danej osoby.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968159" y="2851466"/>
            <a:ext cx="12351683" cy="5990566"/>
          </a:xfrm>
          <a:custGeom>
            <a:avLst/>
            <a:gdLst/>
            <a:ahLst/>
            <a:cxnLst/>
            <a:rect r="r" b="b" t="t" l="l"/>
            <a:pathLst>
              <a:path h="5990566" w="12351683">
                <a:moveTo>
                  <a:pt x="0" y="0"/>
                </a:moveTo>
                <a:lnTo>
                  <a:pt x="12351682" y="0"/>
                </a:lnTo>
                <a:lnTo>
                  <a:pt x="12351682" y="5990566"/>
                </a:lnTo>
                <a:lnTo>
                  <a:pt x="0" y="5990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936242" y="2851466"/>
            <a:ext cx="12383599" cy="5990566"/>
          </a:xfrm>
          <a:custGeom>
            <a:avLst/>
            <a:gdLst/>
            <a:ahLst/>
            <a:cxnLst/>
            <a:rect r="r" b="b" t="t" l="l"/>
            <a:pathLst>
              <a:path h="5990566" w="12383599">
                <a:moveTo>
                  <a:pt x="0" y="0"/>
                </a:moveTo>
                <a:lnTo>
                  <a:pt x="12383599" y="0"/>
                </a:lnTo>
                <a:lnTo>
                  <a:pt x="12383599" y="5990566"/>
                </a:lnTo>
                <a:lnTo>
                  <a:pt x="0" y="59905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952200" y="2918806"/>
            <a:ext cx="12383599" cy="5923226"/>
          </a:xfrm>
          <a:custGeom>
            <a:avLst/>
            <a:gdLst/>
            <a:ahLst/>
            <a:cxnLst/>
            <a:rect r="r" b="b" t="t" l="l"/>
            <a:pathLst>
              <a:path h="5923226" w="12383599">
                <a:moveTo>
                  <a:pt x="0" y="0"/>
                </a:moveTo>
                <a:lnTo>
                  <a:pt x="12383600" y="0"/>
                </a:lnTo>
                <a:lnTo>
                  <a:pt x="12383600" y="5923226"/>
                </a:lnTo>
                <a:lnTo>
                  <a:pt x="0" y="59232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76" r="0" b="-17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957863" y="2918806"/>
            <a:ext cx="12372275" cy="5923226"/>
          </a:xfrm>
          <a:custGeom>
            <a:avLst/>
            <a:gdLst/>
            <a:ahLst/>
            <a:cxnLst/>
            <a:rect r="r" b="b" t="t" l="l"/>
            <a:pathLst>
              <a:path h="5923226" w="12372275">
                <a:moveTo>
                  <a:pt x="0" y="0"/>
                </a:moveTo>
                <a:lnTo>
                  <a:pt x="12372274" y="0"/>
                </a:lnTo>
                <a:lnTo>
                  <a:pt x="12372274" y="5923226"/>
                </a:lnTo>
                <a:lnTo>
                  <a:pt x="0" y="59232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679375" y="5385523"/>
            <a:ext cx="1798578" cy="1557577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92560" y="3200400"/>
            <a:ext cx="11902880" cy="387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55"/>
              </a:lnSpc>
              <a:spcBef>
                <a:spcPct val="0"/>
              </a:spcBef>
            </a:pPr>
            <a:r>
              <a:rPr lang="en-US" b="true" sz="12713" spc="-127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Funkcjonalności kluczowe</a:t>
            </a:r>
          </a:p>
        </p:txBody>
      </p:sp>
      <p:grpSp>
        <p:nvGrpSpPr>
          <p:cNvPr name="Group 5" id="5"/>
          <p:cNvGrpSpPr/>
          <p:nvPr/>
        </p:nvGrpSpPr>
        <p:grpSpPr>
          <a:xfrm rot="-10800000">
            <a:off x="-1306086" y="4784384"/>
            <a:ext cx="4985461" cy="4317433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3061137" y="7468788"/>
            <a:ext cx="3480308" cy="3013963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300983" y="7795449"/>
            <a:ext cx="3378391" cy="2925703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306086" y="4784384"/>
            <a:ext cx="4985461" cy="4317433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3061137" y="7468788"/>
            <a:ext cx="3480308" cy="3013963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2780085" y="4005595"/>
            <a:ext cx="1798578" cy="1557577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300983" y="7795449"/>
            <a:ext cx="3378391" cy="2925703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pic>
        <p:nvPicPr>
          <p:cNvPr name="Picture 10" id="10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5017" r="0" b="0"/>
          <a:stretch>
            <a:fillRect/>
          </a:stretch>
        </p:blipFill>
        <p:spPr>
          <a:xfrm flipH="false" flipV="false" rot="0">
            <a:off x="455136" y="2422149"/>
            <a:ext cx="17377727" cy="6679667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7050796" y="1019175"/>
            <a:ext cx="4186408" cy="92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3"/>
              </a:lnSpc>
              <a:spcBef>
                <a:spcPct val="0"/>
              </a:spcBef>
            </a:pPr>
            <a:r>
              <a:rPr lang="en-US" b="true" sz="6002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Filtrowanie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306086" y="4784384"/>
            <a:ext cx="4985461" cy="4317433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3061137" y="7468788"/>
            <a:ext cx="3480308" cy="3013963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2780085" y="4005595"/>
            <a:ext cx="1798578" cy="1557577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300983" y="7795449"/>
            <a:ext cx="3378391" cy="2925703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pic>
        <p:nvPicPr>
          <p:cNvPr name="Picture 10" id="10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5483" r="0" b="0"/>
          <a:stretch>
            <a:fillRect/>
          </a:stretch>
        </p:blipFill>
        <p:spPr>
          <a:xfrm flipH="false" flipV="false" rot="0">
            <a:off x="479619" y="2473602"/>
            <a:ext cx="17328763" cy="6628215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247085" y="1019175"/>
            <a:ext cx="5793830" cy="92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3"/>
              </a:lnSpc>
              <a:spcBef>
                <a:spcPct val="0"/>
              </a:spcBef>
            </a:pPr>
            <a:r>
              <a:rPr lang="en-US" b="true" sz="6002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  Porównywanie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2166047" y="-3455571"/>
            <a:ext cx="12804984" cy="6226137"/>
            <a:chOff x="0" y="0"/>
            <a:chExt cx="11048529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8529" cy="5372100"/>
            </a:xfrm>
            <a:custGeom>
              <a:avLst/>
              <a:gdLst/>
              <a:ahLst/>
              <a:cxnLst/>
              <a:rect r="r" b="b" t="t" l="l"/>
              <a:pathLst>
                <a:path h="5372100" w="11048529">
                  <a:moveTo>
                    <a:pt x="949785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9497859" y="5372100"/>
                  </a:lnTo>
                  <a:lnTo>
                    <a:pt x="11048529" y="2686050"/>
                  </a:lnTo>
                  <a:lnTo>
                    <a:pt x="9497859" y="0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14501" y="-342502"/>
            <a:ext cx="2695438" cy="2334501"/>
            <a:chOff x="0" y="0"/>
            <a:chExt cx="6202680" cy="537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76327" y="4671890"/>
            <a:ext cx="7638174" cy="3714062"/>
          </a:xfrm>
          <a:custGeom>
            <a:avLst/>
            <a:gdLst/>
            <a:ahLst/>
            <a:cxnLst/>
            <a:rect r="r" b="b" t="t" l="l"/>
            <a:pathLst>
              <a:path h="3714062" w="7638174">
                <a:moveTo>
                  <a:pt x="0" y="0"/>
                </a:moveTo>
                <a:lnTo>
                  <a:pt x="7638174" y="0"/>
                </a:lnTo>
                <a:lnTo>
                  <a:pt x="7638174" y="3714063"/>
                </a:lnTo>
                <a:lnTo>
                  <a:pt x="0" y="3714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72945" y="4706336"/>
            <a:ext cx="7606443" cy="3679617"/>
          </a:xfrm>
          <a:custGeom>
            <a:avLst/>
            <a:gdLst/>
            <a:ahLst/>
            <a:cxnLst/>
            <a:rect r="r" b="b" t="t" l="l"/>
            <a:pathLst>
              <a:path h="3679617" w="7606443">
                <a:moveTo>
                  <a:pt x="0" y="0"/>
                </a:moveTo>
                <a:lnTo>
                  <a:pt x="7606443" y="0"/>
                </a:lnTo>
                <a:lnTo>
                  <a:pt x="7606443" y="3679617"/>
                </a:lnTo>
                <a:lnTo>
                  <a:pt x="0" y="3679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8838" y="417252"/>
            <a:ext cx="11238299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  <a:spcBef>
                <a:spcPct val="0"/>
              </a:spcBef>
            </a:pPr>
            <a:r>
              <a:rPr lang="en-US" b="true" sz="6000" spc="-6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Ułatwienia dla osób z niepełnosprawnościami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8468" y="3108362"/>
            <a:ext cx="1687106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Chcemy, aby platforma była dostępna dla wszystkich, niezależnie od ich ograniczeń. Dlatego też strona oferuje dwie opcje kontrastu dla osób z zaburzeniami widzenia.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34397" y="8825531"/>
            <a:ext cx="3722033" cy="58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5"/>
              </a:lnSpc>
            </a:pPr>
            <a:r>
              <a:rPr lang="en-US" sz="3432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kontrast domyślny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71214" y="8862203"/>
            <a:ext cx="3209904" cy="58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5"/>
              </a:lnSpc>
            </a:pPr>
            <a:r>
              <a:rPr lang="en-US" sz="3432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wysoki kontrast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DAGcxoBG66Y</dc:identifier>
  <dcterms:modified xsi:type="dcterms:W3CDTF">2011-08-01T06:04:30Z</dcterms:modified>
  <cp:revision>1</cp:revision>
  <dc:title>user_guide</dc:title>
</cp:coreProperties>
</file>